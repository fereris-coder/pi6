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0A1B4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0A1B4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PRODUCTO DE SOFTWARE AL MERCADO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PesaJusto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pesajes industriales para el mercado ecuatoriano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producto y su valor agregado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47091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81888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genérico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5276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peso bruto, tara y neto.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416052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3447288" y="427024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esperado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47288" y="4727448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real, ticket, historial.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3611880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93C5FD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37216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aumentado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44768" y="4178808"/>
            <a:ext cx="22494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Multibáscula, operador, reportes.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32520" y="3063240"/>
            <a:ext cx="2468880" cy="2560320"/>
          </a:xfrm>
          <a:prstGeom prst="roundRect">
            <a:avLst>
              <a:gd name="adj" fmla="val 2222"/>
            </a:avLst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8842248" y="31729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potencial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42248" y="3630168"/>
            <a:ext cx="224942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con cámaras + IA.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Diferencial: frente al Excel manual (sin control) o al software corporativo (caro y rígido), PesaJusto ofrece trazabilidad completa a precio de PYME.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Mi Producto de Software al Mercado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8288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6384" y="2121408"/>
            <a:ext cx="2313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del cliente, protocolo de la báscula (IND570), equipo de desarrollo.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21024" y="18288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transformación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21024" y="2121408"/>
            <a:ext cx="2313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software, integración TCP con la báscula, pruebas y empaquetado.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8288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55664" y="2121408"/>
            <a:ext cx="2313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instalado, tickets, reportes e historial auditable.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0304" y="18288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90304" y="2121408"/>
            <a:ext cx="2313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técnico, telemetría de uso, mesas con clientes piloto.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modernas clave: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peso en tiempo real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7316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73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artificial (IA) — reconocimiento de placas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Mi Producto de Software al Mercado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4 P's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82880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6384" y="2121408"/>
            <a:ext cx="49194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on-premise + módulo futuro de control de acceso con IA.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18504" y="182880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18504" y="2121408"/>
            <a:ext cx="49194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anual por báscula, no licencia perpetua costosa.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" y="384048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4133088"/>
            <a:ext cx="49194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directa + alianza con distribuidores de básculas industriales.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18504" y="384048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Promoción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18504" y="4133088"/>
            <a:ext cx="49194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Ferias agroindustriales, casos de éxito, contenido técnico B2B.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Mi Producto de Software al Mercado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posicionamiento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5875">
            <a:solidFill>
              <a:srgbClr val="E9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1051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20665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Administradores de patios industriales en Ecuador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5875">
            <a:solidFill>
              <a:srgbClr val="E9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181051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84448" y="20665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básculas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5875">
            <a:solidFill>
              <a:srgbClr val="E9D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81051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19088" y="20665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cualquier báscula y registra quién operó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5875">
            <a:solidFill>
              <a:srgbClr val="E9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3728" y="181051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Razón para creer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253728" y="2066544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desde cero para el flujo real de un patio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0F255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46120"/>
            <a:ext cx="10149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"Para los administradores de patios industriales y agroindustriales en Ecuador que necesitan controlar el pesaje de camiones de forma confiable, PesaJusto es el sistema de gestión de básculas que conecta cualquier báscula del patio en tiempo real y deja un registro completo de cada pesaje —incluyendo quién lo operó y con qué báscula—, porque fue diseñado desde cero para el flujo real de un patio industrial, y no adaptado de un sistema genérico de inventario o de una hoja de cálculo."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Mi Producto de Software al Mercado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mental</a:t>
            </a:r>
            <a:endParaRPr lang="en-US" sz="3000" dirty="0"/>
          </a:p>
        </p:txBody>
      </p:sp>
      <p:pic>
        <p:nvPicPr>
          <p:cNvPr id="4" name="Image 0" descr="C:\Users\angel\AppData\Local\Temp\claude\C--Users-angel-Desktop-universidad-AplicacionesWeb-Semana6\e27b309d-e4f6-458b-a43d-dd64cd4e773a\scratchpad\mapa_me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81141"/>
            <a:ext cx="11155680" cy="45186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Mi Producto de Software al Mercado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486400" cy="5486400"/>
          </a:xfrm>
          <a:prstGeom prst="ellipse">
            <a:avLst/>
          </a:prstGeom>
          <a:solidFill>
            <a:srgbClr val="0A1B4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0A1B4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834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PesaJusto — un producto que resuelve un problema real, con un modelo de negocio coherente.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2026-07-27T02:18:18Z</dcterms:created>
  <dcterms:modified xsi:type="dcterms:W3CDTF">2026-07-27T02:18:18Z</dcterms:modified>
</cp:coreProperties>
</file>
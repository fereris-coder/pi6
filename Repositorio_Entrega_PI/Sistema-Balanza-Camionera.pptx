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generada a partir de la aplicación en ejecución (capturas reales del sistema). Incluye tara guardada (salida sin repesar y registro directo), perfiles y permisos por módulo, y reimpresión de comprobantes de ingreso/salida. Pendiente: reportes de producción por período, top productos/terceros y utilización de básculas.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0A1B40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029200" cy="5029200"/>
          </a:xfrm>
          <a:prstGeom prst="ellipse">
            <a:avLst/>
          </a:prstGeom>
          <a:solidFill>
            <a:srgbClr val="0A1B4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⚖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5029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BALANZA CAMIONERA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Balanza Camionera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Control, registro y trazabilidad de pesajes de camiones en tiempo real,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directamente al indicador de báscula Mettler-Toledo IND570.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892040"/>
            <a:ext cx="2231136" cy="402336"/>
          </a:xfrm>
          <a:prstGeom prst="roundRect">
            <a:avLst>
              <a:gd name="adj" fmla="val 18182"/>
            </a:avLst>
          </a:prstGeom>
          <a:solidFill>
            <a:srgbClr val="0A1B4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892040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 (SignalR)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72384" y="4892040"/>
            <a:ext cx="1408176" cy="402336"/>
          </a:xfrm>
          <a:prstGeom prst="roundRect">
            <a:avLst>
              <a:gd name="adj" fmla="val 18182"/>
            </a:avLst>
          </a:prstGeom>
          <a:solidFill>
            <a:srgbClr val="0A1B4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2384" y="489204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Multibáscula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81728" y="4892040"/>
            <a:ext cx="2048256" cy="402336"/>
          </a:xfrm>
          <a:prstGeom prst="roundRect">
            <a:avLst>
              <a:gd name="adj" fmla="val 18182"/>
            </a:avLst>
          </a:prstGeom>
          <a:solidFill>
            <a:srgbClr val="0A1B4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4892040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y permisos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31152" y="4892040"/>
            <a:ext cx="1499616" cy="402336"/>
          </a:xfrm>
          <a:prstGeom prst="roundRect">
            <a:avLst>
              <a:gd name="adj" fmla="val 18182"/>
            </a:avLst>
          </a:prstGeom>
          <a:solidFill>
            <a:srgbClr val="0A1B4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31152" y="489204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 guardada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31936" y="4892040"/>
            <a:ext cx="2139696" cy="402336"/>
          </a:xfrm>
          <a:prstGeom prst="roundRect">
            <a:avLst>
              <a:gd name="adj" fmla="val 18182"/>
            </a:avLst>
          </a:prstGeom>
          <a:solidFill>
            <a:srgbClr val="0A1B4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31936" y="4892040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+ Angular 19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309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resuelve el sistema?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pesaje de camiones en patios industriales suele depender de procesos manuales: bitácoras en papel, tickets escritos a mano y básculas que no se comunican entre sí. Esto dificulta la trazabilidad, favorece errores de digitación y retrasa la operación.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Balanza Camionera reemplaza ese proceso con una plataforma web conectada directamente al indicador de la báscula, que registra cada pesaje, imprime el ticket automáticamente y deja todo listo para auditoría y reportes.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8" name="Text 6"/>
          <p:cNvSpPr/>
          <p:nvPr/>
        </p:nvSpPr>
        <p:spPr>
          <a:xfrm>
            <a:off x="6812280" y="14996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12280" y="181051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peso del indicador se transmite por socket TCP y se refleja al instante en el navegador vía SignalR.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743200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2" name="Text 10"/>
          <p:cNvSpPr/>
          <p:nvPr/>
        </p:nvSpPr>
        <p:spPr>
          <a:xfrm>
            <a:off x="6812280" y="26883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Multibáscula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12280" y="29992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báscula activa sirve para entrada o salida; el sistema escala a N básculas sin cambios.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393192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6" name="Text 14"/>
          <p:cNvSpPr/>
          <p:nvPr/>
        </p:nvSpPr>
        <p:spPr>
          <a:xfrm>
            <a:off x="6812280" y="38770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control de acceso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12280" y="418795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pesaje registra tercero, báscula y operador; cada usuario ve solo los módulos de su perfil.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5120640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20" name="Text 18"/>
          <p:cNvSpPr/>
          <p:nvPr/>
        </p:nvSpPr>
        <p:spPr>
          <a:xfrm>
            <a:off x="6812280" y="506577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exportables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12280" y="537667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fecha, tercero, producto y báscula, con exportación a PDF y Excel.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Balanza Camionera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está construido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2225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2011680"/>
            <a:ext cx="2569464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Báscula IND570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2648" y="2467051"/>
            <a:ext cx="2569464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salida continua (Mettler-Toledo)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34840" y="192024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2225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44568" y="2011680"/>
            <a:ext cx="2569464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.NET 10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44568" y="2467051"/>
            <a:ext cx="2569464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+ Dapper · JWT · Windows Service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366760" y="192024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2225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76488" y="2011680"/>
            <a:ext cx="2569464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76488" y="2467051"/>
            <a:ext cx="2569464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bd_Camionera: pesajes, catálogos, auditoría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2446020"/>
            <a:ext cx="11430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291840" y="21534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TCP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23760" y="2446020"/>
            <a:ext cx="11430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223760" y="21534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 / SQL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34840" y="41605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2225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44568" y="4251960"/>
            <a:ext cx="2569464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Hub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44568" y="4707331"/>
            <a:ext cx="2569464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Difunde el peso en vivo a todos los clientes conectados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66760" y="41605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2225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76488" y="4251960"/>
            <a:ext cx="2569464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19 + PrimeNG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76488" y="4707331"/>
            <a:ext cx="2569464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responsiva sobre el mismo servicio (SPA fallback)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29300" y="2971800"/>
            <a:ext cx="0" cy="118872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23760" y="4686300"/>
            <a:ext cx="11430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223760" y="43936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servicio expone la API REST, el hub de SignalR y el sitio Angular compilado — un único puerto para instalar y operar.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Balanza Camionera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Inicio de sesión seguro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6" name="Text 4"/>
          <p:cNvSpPr/>
          <p:nvPr/>
        </p:nvSpPr>
        <p:spPr>
          <a:xfrm>
            <a:off x="1051560" y="16367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JWT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9476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firmado con expiración; cada perfil ve solo lo que le corresponde.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0" name="Text 8"/>
          <p:cNvSpPr/>
          <p:nvPr/>
        </p:nvSpPr>
        <p:spPr>
          <a:xfrm>
            <a:off x="1051560" y="305409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"Recordarme"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3649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en localStorage o sessionStorage según la elección del usuario.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52628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4" name="Text 12"/>
          <p:cNvSpPr/>
          <p:nvPr/>
        </p:nvSpPr>
        <p:spPr>
          <a:xfrm>
            <a:off x="1051560" y="44714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industrial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47823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claro para operarios de patio, sin distracciones.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48456" y="1216724"/>
            <a:ext cx="8110728" cy="5110353"/>
          </a:xfrm>
          <a:prstGeom prst="roundRect">
            <a:avLst>
              <a:gd name="adj" fmla="val 10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0" descr="C:\Users\angel\AppData\Local\Temp\claude\C--Users-angel-Desktop-universidad-AplicacionesWeb-Semana6\e27b309d-e4f6-458b-a43d-dd64cd4e773a\scratchpad\shots\00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271588"/>
            <a:ext cx="8001000" cy="500062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Balanza Camionera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operativo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6" name="Text 4"/>
          <p:cNvSpPr/>
          <p:nvPr/>
        </p:nvSpPr>
        <p:spPr>
          <a:xfrm>
            <a:off x="1051560" y="16367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del día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9476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Pesajes, vehículos en patio, kg netos y básculas en línea, todo en kilogramos.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0" name="Text 8"/>
          <p:cNvSpPr/>
          <p:nvPr/>
        </p:nvSpPr>
        <p:spPr>
          <a:xfrm>
            <a:off x="1051560" y="305409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en vivo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3649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por producto y pesajes por hora, actualizados con cada transacción.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52628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4" name="Text 12"/>
          <p:cNvSpPr/>
          <p:nvPr/>
        </p:nvSpPr>
        <p:spPr>
          <a:xfrm>
            <a:off x="1051560" y="44714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47823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"Realizar pesaje" para iniciar una entrada o salida en un clic.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48456" y="1216724"/>
            <a:ext cx="8110728" cy="5110353"/>
          </a:xfrm>
          <a:prstGeom prst="roundRect">
            <a:avLst>
              <a:gd name="adj" fmla="val 10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0" descr="C:\Users\angel\AppData\Local\Temp\claude\C--Users-angel-Desktop-universidad-AplicacionesWeb-Semana6\e27b309d-e4f6-458b-a43d-dd64cd4e773a\scratchpad\shots\01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271588"/>
            <a:ext cx="8001000" cy="500062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Balanza Camionera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 pesaje · Entrada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6" name="Text 4"/>
          <p:cNvSpPr/>
          <p:nvPr/>
        </p:nvSpPr>
        <p:spPr>
          <a:xfrm>
            <a:off x="1051560" y="16367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báscula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9476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báscula "de entrada" o "de salida": el operador elige cuál usar.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0" name="Text 8"/>
          <p:cNvSpPr/>
          <p:nvPr/>
        </p:nvSpPr>
        <p:spPr>
          <a:xfrm>
            <a:off x="1051560" y="305409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tercero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3649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proveedor o transportista se elige de un único selector, según el tipo del tercero.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52628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4" name="Text 12"/>
          <p:cNvSpPr/>
          <p:nvPr/>
        </p:nvSpPr>
        <p:spPr>
          <a:xfrm>
            <a:off x="1051560" y="44714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cero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47823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bloquea el guardado si la báscula no marca un peso real.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48456" y="1216724"/>
            <a:ext cx="8110728" cy="5110353"/>
          </a:xfrm>
          <a:prstGeom prst="roundRect">
            <a:avLst>
              <a:gd name="adj" fmla="val 10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0" descr="C:\Users\angel\AppData\Local\Temp\claude\C--Users-angel-Desktop-universidad-AplicacionesWeb-Semana6\e27b309d-e4f6-458b-a43d-dd64cd4e773a\scratchpad\shots\02-registrar-pesaj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271588"/>
            <a:ext cx="8001000" cy="500062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Balanza Camionera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Salida sin repesar: tara guardada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6" name="Text 4"/>
          <p:cNvSpPr/>
          <p:nvPr/>
        </p:nvSpPr>
        <p:spPr>
          <a:xfrm>
            <a:off x="1051560" y="16367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 por vehículo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9476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una vez desde Vehículos, con vigencia opcional en días.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0" name="Text 8"/>
          <p:cNvSpPr/>
          <p:nvPr/>
        </p:nvSpPr>
        <p:spPr>
          <a:xfrm>
            <a:off x="1051560" y="305409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clic, sin báscula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3649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"Usar tara guardada" el peso se completa solo, incluso con la báscula desconectada.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52628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4" name="Text 12"/>
          <p:cNvSpPr/>
          <p:nvPr/>
        </p:nvSpPr>
        <p:spPr>
          <a:xfrm>
            <a:off x="1051560" y="44714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directo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47823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vehículos con tara vigente, un modo adicional cierra la transacción completa en un solo paso.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48456" y="1216724"/>
            <a:ext cx="8110728" cy="5110353"/>
          </a:xfrm>
          <a:prstGeom prst="roundRect">
            <a:avLst>
              <a:gd name="adj" fmla="val 10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0" descr="C:\Users\angel\AppData\Local\Temp\claude\C--Users-angel-Desktop-universidad-AplicacionesWeb-Semana6\e27b309d-e4f6-458b-a43d-dd64cd4e773a\scratchpad\shots\08-salida-ta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271588"/>
            <a:ext cx="8001000" cy="500062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Balanza Camionera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Historial de pesajes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6" name="Text 4"/>
          <p:cNvSpPr/>
          <p:nvPr/>
        </p:nvSpPr>
        <p:spPr>
          <a:xfrm>
            <a:off x="1051560" y="16367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fecha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9476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rápida por rango, con estado "En patio" o "Completado".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0" name="Text 8"/>
          <p:cNvSpPr/>
          <p:nvPr/>
        </p:nvSpPr>
        <p:spPr>
          <a:xfrm>
            <a:off x="1051560" y="305409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salida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3649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 directo al flujo completo de salida, con la transacción ya preseleccionada.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52628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4" name="Text 12"/>
          <p:cNvSpPr/>
          <p:nvPr/>
        </p:nvSpPr>
        <p:spPr>
          <a:xfrm>
            <a:off x="1051560" y="44714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al instante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47823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Reimpresión del comprobante desde la misma lista, en una pestaña nueva.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48456" y="1216724"/>
            <a:ext cx="8110728" cy="5110353"/>
          </a:xfrm>
          <a:prstGeom prst="roundRect">
            <a:avLst>
              <a:gd name="adj" fmla="val 10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0" descr="C:\Users\angel\AppData\Local\Temp\claude\C--Users-angel-Desktop-universidad-AplicacionesWeb-Semana6\e27b309d-e4f6-458b-a43d-dd64cd4e773a\scratchpad\shots\03-pesaj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271588"/>
            <a:ext cx="8001000" cy="500062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Balanza Camionera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Tickets · Reimpresión de ingreso y salida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6" name="Text 4"/>
          <p:cNvSpPr/>
          <p:nvPr/>
        </p:nvSpPr>
        <p:spPr>
          <a:xfrm>
            <a:off x="1051560" y="16367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comprobantes, un ticket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9476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documento se reimprime como constancia de ingreso o como comprobante final de salida.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0" name="Text 8"/>
          <p:cNvSpPr/>
          <p:nvPr/>
        </p:nvSpPr>
        <p:spPr>
          <a:xfrm>
            <a:off x="1051560" y="305409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perder el lugar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3649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en una pestaña nueva; el listado y sus filtros quedan intactos.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52628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4" name="Text 12"/>
          <p:cNvSpPr/>
          <p:nvPr/>
        </p:nvSpPr>
        <p:spPr>
          <a:xfrm>
            <a:off x="1051560" y="44714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Coherente con el estado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47823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opción de salida solo aparece si la transacción ya se completó.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48456" y="1216724"/>
            <a:ext cx="8110728" cy="5110353"/>
          </a:xfrm>
          <a:prstGeom prst="roundRect">
            <a:avLst>
              <a:gd name="adj" fmla="val 10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0" descr="C:\Users\angel\AppData\Local\Temp\claude\C--Users-angel-Desktop-universidad-AplicacionesWeb-Semana6\e27b309d-e4f6-458b-a43d-dd64cd4e773a\scratchpad\shots\09-tickets-lis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271588"/>
            <a:ext cx="8001000" cy="500062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Balanza Camionera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digital con QR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6" name="Text 4"/>
          <p:cNvSpPr/>
          <p:nvPr/>
        </p:nvSpPr>
        <p:spPr>
          <a:xfrm>
            <a:off x="1051560" y="16367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9476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Enlaza al ticket digital para consulta o verificación posterior.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0" name="Text 8"/>
          <p:cNvSpPr/>
          <p:nvPr/>
        </p:nvSpPr>
        <p:spPr>
          <a:xfrm>
            <a:off x="1051560" y="305409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y salida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3649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Báscula y operador de cada etapa, más el tiempo total en patio.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52628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4" name="Text 12"/>
          <p:cNvSpPr/>
          <p:nvPr/>
        </p:nvSpPr>
        <p:spPr>
          <a:xfrm>
            <a:off x="1051560" y="44714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proveedor o transportista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47823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etiqueta se adapta según el tipo de tercero registrado.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48456" y="1216724"/>
            <a:ext cx="8110728" cy="5110353"/>
          </a:xfrm>
          <a:prstGeom prst="roundRect">
            <a:avLst>
              <a:gd name="adj" fmla="val 10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0" descr="C:\Users\angel\AppData\Local\Temp\claude\C--Users-angel-Desktop-universidad-AplicacionesWeb-Semana6\e27b309d-e4f6-458b-a43d-dd64cd4e773a\scratchpad\shots\04-ti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271588"/>
            <a:ext cx="8001000" cy="500062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Balanza Camionera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Clientes, proveedores y transportistas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6" name="Text 4"/>
          <p:cNvSpPr/>
          <p:nvPr/>
        </p:nvSpPr>
        <p:spPr>
          <a:xfrm>
            <a:off x="1051560" y="16367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catálogo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9476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proveedores y transportistas comparten la misma tabla con un campo "Tipo".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0" name="Text 8"/>
          <p:cNvSpPr/>
          <p:nvPr/>
        </p:nvSpPr>
        <p:spPr>
          <a:xfrm>
            <a:off x="1051560" y="305409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3649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patrón se repite en Productos, Vehículos, Básculas y Usuarios.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52628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4" name="Text 12"/>
          <p:cNvSpPr/>
          <p:nvPr/>
        </p:nvSpPr>
        <p:spPr>
          <a:xfrm>
            <a:off x="1051560" y="44714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estado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47823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global y activación/desactivación sin perder el historial.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48456" y="1216724"/>
            <a:ext cx="8110728" cy="5110353"/>
          </a:xfrm>
          <a:prstGeom prst="roundRect">
            <a:avLst>
              <a:gd name="adj" fmla="val 10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0" descr="C:\Users\angel\AppData\Local\Temp\claude\C--Users-angel-Desktop-universidad-AplicacionesWeb-Semana6\e27b309d-e4f6-458b-a43d-dd64cd4e773a\scratchpad\shots\05-clie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271588"/>
            <a:ext cx="8001000" cy="500062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Balanza Camionera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Perfiles y permisos por módulo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6" name="Text 4"/>
          <p:cNvSpPr/>
          <p:nvPr/>
        </p:nvSpPr>
        <p:spPr>
          <a:xfrm>
            <a:off x="1051560" y="16367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configurables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9476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perfil define a qué módulos tiene acceso: desde Administrador (todo) hasta perfiles acotados como Operador.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0" name="Text 8"/>
          <p:cNvSpPr/>
          <p:nvPr/>
        </p:nvSpPr>
        <p:spPr>
          <a:xfrm>
            <a:off x="1051560" y="305409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y rutas protegidos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3649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módulo no habilitado ni aparece en el menú ni es accesible escribiendo la URL directamente.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52628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4" name="Text 12"/>
          <p:cNvSpPr/>
          <p:nvPr/>
        </p:nvSpPr>
        <p:spPr>
          <a:xfrm>
            <a:off x="1051560" y="44714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perfil por usuario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47823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tiene asignado un perfil, reutilizando el mismo catálogo de Roles.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48456" y="1216724"/>
            <a:ext cx="8110728" cy="5110353"/>
          </a:xfrm>
          <a:prstGeom prst="roundRect">
            <a:avLst>
              <a:gd name="adj" fmla="val 10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0" descr="C:\Users\angel\AppData\Local\Temp\claude\C--Users-angel-Desktop-universidad-AplicacionesWeb-Semana6\e27b309d-e4f6-458b-a43d-dd64cd4e773a\scratchpad\shots\10-perf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271588"/>
            <a:ext cx="8001000" cy="500062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Balanza Camionera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 general de pesajes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6" name="Text 4"/>
          <p:cNvSpPr/>
          <p:nvPr/>
        </p:nvSpPr>
        <p:spPr>
          <a:xfrm>
            <a:off x="1051560" y="16367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avanzados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9476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Fecha, cliente/proveedor, producto, placa, báscula, operador y estado.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0" name="Text 8"/>
          <p:cNvSpPr/>
          <p:nvPr/>
        </p:nvSpPr>
        <p:spPr>
          <a:xfrm>
            <a:off x="1051560" y="305409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3649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Agrupado por tercero, con subtotal por grupo y total general en kg.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52628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4" name="Text 12"/>
          <p:cNvSpPr/>
          <p:nvPr/>
        </p:nvSpPr>
        <p:spPr>
          <a:xfrm>
            <a:off x="1051560" y="44714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y Excel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47823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con un clic, lista para auditoría o contabilidad.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48456" y="1216724"/>
            <a:ext cx="8110728" cy="5110353"/>
          </a:xfrm>
          <a:prstGeom prst="roundRect">
            <a:avLst>
              <a:gd name="adj" fmla="val 10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0" descr="C:\Users\angel\AppData\Local\Temp\claude\C--Users-angel-Desktop-universidad-AplicacionesWeb-Semana6\e27b309d-e4f6-458b-a43d-dd64cd4e773a\scratchpad\shots\07-reporte-pesaj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271588"/>
            <a:ext cx="8001000" cy="500062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Balanza Camionera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Listo para instalar en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6" name="Text 4"/>
          <p:cNvSpPr/>
          <p:nvPr/>
        </p:nvSpPr>
        <p:spPr>
          <a:xfrm>
            <a:off x="1097280" y="168249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self-contained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9933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se publica para win-x64 incluyendo el runtime de .NET 10: no requiere instalar nada adicional en el servidor.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0" name="Text 8"/>
          <p:cNvSpPr/>
          <p:nvPr/>
        </p:nvSpPr>
        <p:spPr>
          <a:xfrm>
            <a:off x="1097280" y="28712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integrado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18211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build de Angular se sirve desde el mismo backend (archivos estáticos + fallback SPA), un solo puerto para todo el sistema.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4" name="Text 12"/>
          <p:cNvSpPr/>
          <p:nvPr/>
        </p:nvSpPr>
        <p:spPr>
          <a:xfrm>
            <a:off x="1097280" y="40599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Windows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3708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como Windows Service: arranca con el sistema operativo y sigue corriendo sin sesión de usuario abierta.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8" name="Text 16"/>
          <p:cNvSpPr/>
          <p:nvPr/>
        </p:nvSpPr>
        <p:spPr>
          <a:xfrm>
            <a:off x="1097280" y="52486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Instalador Inno Setup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555955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instalación listo para generar un instalador .exe distribuible al cliente final.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1600200"/>
            <a:ext cx="5166360" cy="4480560"/>
          </a:xfrm>
          <a:prstGeom prst="roundRect">
            <a:avLst>
              <a:gd name="adj" fmla="val 20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87452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SQL Server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12280" y="2359152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22585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schema.sql con todas las tablas, llaves foráneas y vista de resumen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12280" y="3072384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7086600" y="2971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 de usuario administrador y perfiles (Administrador / Operador) para el primer ingreso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12280" y="3785616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0" y="36850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clientes con tipo Cliente / Proveedor / Transportista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12280" y="449884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7086600" y="43982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y configuración de parámetros del sistema (ej. nombre de la empresa)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Balanza Camionera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486400" cy="5486400"/>
          </a:xfrm>
          <a:prstGeom prst="ellipse">
            <a:avLst/>
          </a:prstGeom>
          <a:solidFill>
            <a:srgbClr val="0A1B4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5029200" cy="5029200"/>
          </a:xfrm>
          <a:prstGeom prst="ellipse">
            <a:avLst/>
          </a:prstGeom>
          <a:solidFill>
            <a:srgbClr val="0A1B4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 HOY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 completo, de la báscula al reporte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1078992" y="190195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en tiempo real con la báscula IND570 (multibáscula)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96312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1078992" y="243230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con perfiles y permisos configurables por módulo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026664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26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1078992" y="2962656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registro de pesajes y ticket digital con QR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557016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57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078992" y="349300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 guardada por vehículo: salida sin repesar o registro directo en un solo paso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087368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1078992" y="402336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Reimpresión de comprobantes de ingreso y salida desde cualquier pantalla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617720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1078992" y="455371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de terceros, productos, vehículos, básculas y usuarios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148072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148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1078992" y="508406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general de pesajes con filtros, subtotales y exportación a PDF/Excel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452360" y="1965960"/>
            <a:ext cx="4206240" cy="3246120"/>
          </a:xfrm>
          <a:prstGeom prst="roundRect">
            <a:avLst>
              <a:gd name="adj" fmla="val 2817"/>
            </a:avLst>
          </a:prstGeom>
          <a:solidFill>
            <a:srgbClr val="0A1B4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reportes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0" y="2743200"/>
            <a:ext cx="128016" cy="12801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8019288" y="26243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por período (día / semana / mes)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772400" y="3520440"/>
            <a:ext cx="128016" cy="12801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2" name="Text 30"/>
          <p:cNvSpPr/>
          <p:nvPr/>
        </p:nvSpPr>
        <p:spPr>
          <a:xfrm>
            <a:off x="8019288" y="34015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productos y top terceros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772400" y="4297680"/>
            <a:ext cx="128016" cy="12801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4" name="Text 32"/>
          <p:cNvSpPr/>
          <p:nvPr/>
        </p:nvSpPr>
        <p:spPr>
          <a:xfrm>
            <a:off x="8019288" y="4178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Utilización de básculas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80" y="5989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2026-08-04T03:04:22Z</dcterms:created>
  <dcterms:modified xsi:type="dcterms:W3CDTF">2026-08-04T03:04:22Z</dcterms:modified>
</cp:coreProperties>
</file>
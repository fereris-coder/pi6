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943600" cy="5943600"/>
          </a:xfrm>
          <a:prstGeom prst="ellipse">
            <a:avLst/>
          </a:prstGeom>
          <a:solidFill>
            <a:srgbClr val="0A1B40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377440" y="4206240"/>
            <a:ext cx="5029200" cy="5029200"/>
          </a:xfrm>
          <a:prstGeom prst="ellipse">
            <a:avLst/>
          </a:prstGeom>
          <a:solidFill>
            <a:srgbClr val="0A1B40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9202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DE SOFTWARE DEL PROYECTO INTEGRADOR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PesaJusto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3429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de pesajes industriales para el mercado ecuatoriano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Integrador — 6to Semestre | UNIANDES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producto y su valor agregado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4709160"/>
            <a:ext cx="2468880" cy="914400"/>
          </a:xfrm>
          <a:prstGeom prst="roundRect">
            <a:avLst>
              <a:gd name="adj" fmla="val 6000"/>
            </a:avLst>
          </a:prstGeom>
          <a:solidFill>
            <a:srgbClr val="DBEAF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4818888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genérico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" y="5276088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peso bruto, tara y neto.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37560" y="4160520"/>
            <a:ext cx="2468880" cy="1463040"/>
          </a:xfrm>
          <a:prstGeom prst="roundRect">
            <a:avLst>
              <a:gd name="adj" fmla="val 3750"/>
            </a:avLst>
          </a:prstGeom>
          <a:solidFill>
            <a:srgbClr val="BFDBFE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47288" y="4270248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esperado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47288" y="4727448"/>
            <a:ext cx="22494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real, ticket, historial.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35040" y="3611880"/>
            <a:ext cx="2468880" cy="2011680"/>
          </a:xfrm>
          <a:prstGeom prst="roundRect">
            <a:avLst>
              <a:gd name="adj" fmla="val 2727"/>
            </a:avLst>
          </a:prstGeom>
          <a:solidFill>
            <a:srgbClr val="93C5FD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144768" y="3721608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aumentado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44768" y="4178808"/>
            <a:ext cx="224942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Multibáscula, operador, reportes.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732520" y="3063240"/>
            <a:ext cx="2468880" cy="2560320"/>
          </a:xfrm>
          <a:prstGeom prst="roundRect">
            <a:avLst>
              <a:gd name="adj" fmla="val 2222"/>
            </a:avLst>
          </a:prstGeom>
          <a:solidFill>
            <a:srgbClr val="1D4ED8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842248" y="3172968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potencial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842248" y="3630168"/>
            <a:ext cx="2249424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inteligente con Function Calling.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Diferencial: frente al Excel manual (sin control) o al software corporativo (caro y rígido), PesaJusto ofrece trazabilidad completa a precio de PYME.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PesaJusto — Proyecto Integrador de Software (UNIANDES)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sistema de producción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0FDF4"/>
          </a:solidFill>
          <a:ln w="19050">
            <a:solidFill>
              <a:srgbClr val="BBF7D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86384" y="1828800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86384" y="2121408"/>
            <a:ext cx="231343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 del cliente, protocolo de la báscula (IND570), equipo de desarrollo.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0" y="173736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0FDF4"/>
          </a:solidFill>
          <a:ln w="19050">
            <a:solidFill>
              <a:srgbClr val="BBF7D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621024" y="1828800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de transformación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621024" y="2121408"/>
            <a:ext cx="231343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del software, integración TCP con la báscula, pruebas y empaquetado.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73736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0FDF4"/>
          </a:solidFill>
          <a:ln w="19050">
            <a:solidFill>
              <a:srgbClr val="BBF7D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55664" y="1828800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55664" y="2121408"/>
            <a:ext cx="231343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instalado, tickets, reportes e historial auditable.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0" y="173736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0FDF4"/>
          </a:solidFill>
          <a:ln w="19050">
            <a:solidFill>
              <a:srgbClr val="BBF7D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290304" y="1828800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Retroalimentación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290304" y="2121408"/>
            <a:ext cx="231343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técnico, telemetría de uso, mesas con clientes piloto.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703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 modernas clave: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114800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0080" y="41148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 — peso en tiempo real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773168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0080" y="477316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 de Lenguaje Natural (IA) — Asistente con Function Calling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PesaJusto — Proyecto Integrador de Software (UNIANDES)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4 P's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FFBEB"/>
          </a:solidFill>
          <a:ln w="19050">
            <a:solidFill>
              <a:srgbClr val="FDE68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86384" y="1828800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86384" y="2121408"/>
            <a:ext cx="491947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on-premise + módulo de asistencia analítica con IA.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200" y="173736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FFBEB"/>
          </a:solidFill>
          <a:ln w="19050">
            <a:solidFill>
              <a:srgbClr val="FDE68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318504" y="1828800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318504" y="2121408"/>
            <a:ext cx="491947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Suscripción anual por báscula, no licencia perpetua costosa.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74904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FFBEB"/>
          </a:solidFill>
          <a:ln w="19050">
            <a:solidFill>
              <a:srgbClr val="FDE68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86384" y="3840480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Plaza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86384" y="4133088"/>
            <a:ext cx="491947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 directa + alianza con distribuidores de básculas industriales.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374904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FFBEB"/>
          </a:solidFill>
          <a:ln w="19050">
            <a:solidFill>
              <a:srgbClr val="FDE68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318504" y="3840480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Promoción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318504" y="4133088"/>
            <a:ext cx="491947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Ferias agroindustriales, casos de éxito, contenido técnico B2B.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PesaJusto — Proyecto Integrador de Software (UNIANDES)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E2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posicionamiento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AF5FF"/>
          </a:solidFill>
          <a:ln w="15875">
            <a:solidFill>
              <a:srgbClr val="E9D5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810512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E2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49808" y="2066544"/>
            <a:ext cx="2478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Administradores de patios industriales en Ecuador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737360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AF5FF"/>
          </a:solidFill>
          <a:ln w="15875">
            <a:solidFill>
              <a:srgbClr val="E9D5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584448" y="1810512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E2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584448" y="2066544"/>
            <a:ext cx="2478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de básculas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309360" y="1737360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AF5FF"/>
          </a:solidFill>
          <a:ln w="15875">
            <a:solidFill>
              <a:srgbClr val="E9D5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19088" y="1810512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E2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Diferencial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19088" y="2066544"/>
            <a:ext cx="2478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cualquier báscula y registra quién operó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0" y="1737360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AF5FF"/>
          </a:solidFill>
          <a:ln w="15875">
            <a:solidFill>
              <a:srgbClr val="E9D5F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253728" y="1810512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E2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Razón para creer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253728" y="2066544"/>
            <a:ext cx="2478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Diseñado desde cero para el flujo real de un patio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2971800"/>
            <a:ext cx="10881360" cy="2377440"/>
          </a:xfrm>
          <a:prstGeom prst="roundRect">
            <a:avLst>
              <a:gd name="adj" fmla="val 3846"/>
            </a:avLst>
          </a:prstGeom>
          <a:solidFill>
            <a:srgbClr val="0F2557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05840" y="3246120"/>
            <a:ext cx="10149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"Para los administradores de patios industriales y agroindustriales en Ecuador que necesitan controlar el pesaje de camiones de forma confiable, PesaJusto es el sistema de gestión de básculas que conecta cualquier báscula del patio en tiempo real y deja un registro completo de cada pesaje —incluyendo quién lo operó y con qué báscula—, porque fue diseñado desde cero para el flujo real de un patio industrial, y no adaptado de un sistema genérico de inventario o de una hoja de cálculo."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PesaJusto — Proyecto Integrador de Software (UNIANDES)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mental</a:t>
            </a:r>
            <a:endParaRPr lang="en-US" sz="3000" dirty="0"/>
          </a:p>
        </p:txBody>
      </p:sp>
      <p:pic>
        <p:nvPicPr>
          <p:cNvPr id="4" name="Image 0" descr="C:\Users\angel\AppData\Local\Temp\claude\C--Users-angel-Desktop-universidad-AplicacionesWeb-Semana6\e27b309d-e4f6-458b-a43d-dd64cd4e773a\scratchpad\mapa_men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81141"/>
            <a:ext cx="11155680" cy="45186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PesaJusto — Proyecto Integrador de Software (UNIANDES)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377440"/>
            <a:ext cx="5486400" cy="5486400"/>
          </a:xfrm>
          <a:prstGeom prst="ellipse">
            <a:avLst/>
          </a:prstGeom>
          <a:solidFill>
            <a:srgbClr val="0A1B40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875520" y="3840480"/>
            <a:ext cx="5029200" cy="5029200"/>
          </a:xfrm>
          <a:prstGeom prst="ellipse">
            <a:avLst/>
          </a:prstGeom>
          <a:solidFill>
            <a:srgbClr val="0A1B40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28346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840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PesaJusto — un producto que resuelve un problema real, con un modelo de negocio coherente.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2026-07-27T02:18:18Z</dcterms:created>
  <dcterms:modified xsi:type="dcterms:W3CDTF">2026-07-27T02:18:18Z</dcterms:modified>
</cp:coreProperties>
</file>